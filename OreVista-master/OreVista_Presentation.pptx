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5A623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ORE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E6EDF3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VISTA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411480" y="3611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Gold Stope Optimizer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4297680"/>
            <a:ext cx="502920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343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block model to ranked mine plan — in under 60 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55280" y="7315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8229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148,500+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046720" y="13898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Stope candidates evaluated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21488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2402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60 ms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46720" y="28072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optimisation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35661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3657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3,000 m³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046720" y="42245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stope volume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498348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50749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046720" y="56418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Hackathon spec compliant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Hanson Venture Lab Hackathon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9144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Underground gold mining hinges on one question every mine planner asks daily: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"Which blocks should we excavate - and in what order?"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963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 Days of manual 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86207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Engineers delineate stopes by hand in legacy CAD tools. A full mine plan takes days of specialist labour.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1422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💸  Poor economic visibility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50799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Cutoff grades are set by gut feel or static tables. The true NSV of each stope is rarely computed in real 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33172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4963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📐  Spec compliance risk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286207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WAG (Weighted Average Grade) must use per-block volume. Hardcoded cell sizes introduce silent calculation errors.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97764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414223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🔁  No live scenario testing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450799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Changing the gold price or cutoff requires re-running the entire workflow — so it almost never happens.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9144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OreVista — Our Solution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browser session replaces days of specialist mine planning software.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743200" cy="438912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23774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Drag-and-drop block model CSV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Auto-detects XINC/YINC/ZINC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Polars parser — 8× faster than pandas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1600200"/>
            <a:ext cx="2743200" cy="438912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566160" y="2331720"/>
            <a:ext cx="23774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301752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Vectorised NumPy sliding window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148,500 stope candidates in &lt;1 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.npy cache for instant reload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600200"/>
            <a:ext cx="2743200" cy="438912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492240" y="2331720"/>
            <a:ext cx="23774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Optimise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92240" y="301752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1D dynamic programming per strip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Globally optimal non-overlapping set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Rust/Rayon: ~60 ms end-to-end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35440" y="1600200"/>
            <a:ext cx="2743200" cy="438912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0" y="1783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9418320" y="2331720"/>
            <a:ext cx="237744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18320" y="301752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interactive stope viewer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NSV calculator (11 parameters)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 &amp; Part 2 cutoff modes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90672" y="3566160"/>
            <a:ext cx="292608" cy="292608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16752" y="3566160"/>
            <a:ext cx="292608" cy="292608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42832" y="3566160"/>
            <a:ext cx="292608" cy="292608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9144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5389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7099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Vite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37560" y="152704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Three.js 3D viewer · Recharts · Tailwind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8833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9443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+ Uvicorn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76148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endpoints · async · CORS · upload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2277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4178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NumPy + Polars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37560" y="399592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Vectorised sliding window · binary cache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502920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1572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ACCELERATOR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54132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Rust + Rayon + PyO3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37560" y="523036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DP · ~60 ms · optional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1234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Algorithms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92240" y="169164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7830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Spec-Compliant WAG  (Technical Notes §5)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207568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WAG = Σ(Vᵢ × Dᵢ × Gᵢ)  /  Σ(Vᵢ × Dᵢ)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volume × density × grade  / volume × density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292608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017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 per block  (Technical Notes §1–§2)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331012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 = XINC × YINC × ZINC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(5 × 5 × 5 = 125 m³ for hackathon dataset)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416052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4251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Stope geometry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454456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 (L) × 5 m (T) × 30 m (H) = 3,000 m³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× 1 × 6 blocks — fixed per spec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539496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54864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 selector (per Y-strip per Z-level)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75120" y="577900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dp[i] = max(dp[i-1], dp[i-stope_len] + nsv[i])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globally optimal non-overlapping set  O(n)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9144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Hackathon Compliance Checklist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requirement from the Technical Notes — addressed.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4533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Notes §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15453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0" y="154533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15000" y="1545336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Meet 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2938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§1–§2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192938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 = XINC × YINC × ZINC per block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192938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Fixed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15000" y="1929384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parser.py reads XINC/YINC/ZINC; per-block volume_grid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892808"/>
            <a:ext cx="11274552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1343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63040" y="2313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WAG = Σ(V×D×G) / Σ(V×D)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31343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Done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15000" y="231343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optimizer.py uses vgd/vd with volume_grid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276856"/>
            <a:ext cx="11274552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9748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26974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blocks: 0 g/t grade, 2.8 t/m³ density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269748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Done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5000" y="269748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fill_null defaults in parser.py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660904"/>
            <a:ext cx="11274552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8152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63040" y="308152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Non-overlapping stope selection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308152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Done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15000" y="308152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1D DP per Y-strip per Z-level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044952"/>
            <a:ext cx="11274552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46557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463040" y="34655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10 g/t cutoff, ranked stope output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346557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Done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15000" y="3465576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/api/optimize?cutoff=10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429000"/>
            <a:ext cx="11274552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84962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463040" y="38496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cutoff slider, re-optimise in real time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63440" y="384962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Done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15000" y="3849624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slider → API → instant re-rank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813048"/>
            <a:ext cx="11274552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23367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463040" y="423367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 test — full optimisation ≤ 2 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663440" y="4233672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Done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15000" y="423367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Rust: ~60 ms · Python fallback: &lt;1 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197096"/>
            <a:ext cx="11274552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61772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463040" y="46177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export of ranked stopes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63440" y="461772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Done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15000" y="46177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/api/export/csv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4581144"/>
            <a:ext cx="11274552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500176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463040" y="5001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Grade-tonnage curve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663440" y="5001768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Done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715000" y="500176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/api/grade-tonnage + Recharts UI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965192"/>
            <a:ext cx="11274552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538581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463040" y="538581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NSV economic model (gold price, recovery, OPEX…)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663440" y="5385816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Done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715000" y="5385816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11-parameter NSV in optimizer.py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" y="5349240"/>
            <a:ext cx="11274552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9144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Critical Fix: Per-Block Volume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5303520" cy="411480"/>
          </a:xfrm>
          <a:prstGeom prst="rect">
            <a:avLst/>
          </a:prstGeom>
          <a:solidFill>
            <a:srgbClr val="3D1515"/>
          </a:solidFill>
          <a:ln w="12700">
            <a:solidFill>
              <a:srgbClr val="3D15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v1.0 — Original (Spec Violation)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CELL_SIZE hardcoded — XINC/YINC/ZINC never read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CELL_SIZE     =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VOL_PER_BLOCK = 125  # m³ — same for every block!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 = {"XC", "YC", "ZC", "AU", "DENSITY"}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^ XINC, YINC, ZINC missing from required!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Returns 5-tuple — no volume_grid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grade_grid, density_grid, x, y, z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32588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325880"/>
            <a:ext cx="5303520" cy="411480"/>
          </a:xfrm>
          <a:prstGeom prst="rect">
            <a:avLst/>
          </a:prstGeom>
          <a:solidFill>
            <a:srgbClr val="0D2818"/>
          </a:solidFill>
          <a:ln w="12700">
            <a:solidFill>
              <a:srgbClr val="0D28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3716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v2.0 — Fixed (Spec Compliant)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187452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{"XINC","YINC","ZINC"}.issubset(cols):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xinc = df["XINC"].fill_null(5.0).to_numpy()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yinc = df["YINC"].fill_null(5.0).to_numpy()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zinc = df["ZINC"].fill_null(5.0).to_numpy()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Per-block volume — Technical Notes §2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block_vol = xinc * yinc * zinc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cs = auto_detect_cell_size(xv, yv, zv)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block_vol = np.full(len(xv), cs**3)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Returns 6-tuple with volume_grid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grade, density, volume_grid, x, y, z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566928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7607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 For the hackathon's uniform 5 m grid the numbers are identical. For any non-uniform block model, v1 was silently wrong — v2 is correct.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9144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at Scale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~60 ms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1671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Rust/Rayon full optimisation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15087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1600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1 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62272" y="21671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NumPy fallback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84464" y="15087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16002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148,500+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375904" y="21671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Stope candidates evaluated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54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8–10×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48640" y="37216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CSV parsing vs pandas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70832" y="30632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2272" y="3154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462272" y="37216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 hit (binary .npy)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84464" y="30632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75904" y="3154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params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375904" y="37216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NSV economic model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02920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5257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Upload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(Polars)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87168" y="5413248"/>
            <a:ext cx="347472" cy="384048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34640" y="502920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5257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Grid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(NumPy)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64608" y="5413248"/>
            <a:ext cx="347472" cy="384048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12080" y="502920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5257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Sliding Window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148K stopes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42048" y="5413248"/>
            <a:ext cx="347472" cy="384048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502920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5257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 Selector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(Rust/Rayon)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619488" y="5413248"/>
            <a:ext cx="347472" cy="384048"/>
          </a:xfrm>
          <a:prstGeom prst="rightArrow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66960" y="502920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12680" y="5257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30936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Full pipeline — CSV in to ranked JSON out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9144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Interface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669280" cy="2377440"/>
          </a:xfrm>
          <a:prstGeom prst="roundRect">
            <a:avLst>
              <a:gd name="adj" fmla="val 307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🗺  3D Stope Viewer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521208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12848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Three.js scene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Colour-coded by WAG grade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 · Pan · Zoom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any stope for full metrics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5080" y="1371600"/>
            <a:ext cx="5669280" cy="2377440"/>
          </a:xfrm>
          <a:prstGeom prst="roundRect">
            <a:avLst>
              <a:gd name="adj" fmla="val 307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554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  Parameter Panel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0" y="2057400"/>
            <a:ext cx="521208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212848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price ($/oz)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Recovery, refining, smelting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Transport, royalty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Sustaining OPEX · Dev cost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5669280" cy="2377440"/>
          </a:xfrm>
          <a:prstGeom prst="roundRect">
            <a:avLst>
              <a:gd name="adj" fmla="val 307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1605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Report Table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4663440"/>
            <a:ext cx="521208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818888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Sortable ranked stope list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WAG · Tonnes · Gold oz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NSV per stope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export one-click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3977640"/>
            <a:ext cx="5669280" cy="2377440"/>
          </a:xfrm>
          <a:prstGeom prst="roundRect">
            <a:avLst>
              <a:gd name="adj" fmla="val 307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1605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Grade-Tonnage Curve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83680" y="4663440"/>
            <a:ext cx="521208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818888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Pre-computed 0–50 g/t sweep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Recharts line chart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sensitivity view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Part 1 &amp; Part 2 modes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9144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Endpoints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backend — fully RESTful, auto-documented at /docs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0D28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3677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6550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6550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Liveness check — returns {status: ok}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67128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0D28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0370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22219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/api/model-info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22199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 dimensions, block count, cell size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0D28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7063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27889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/api/optimize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7889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optimisation at ?cutoff=10 (or any g/t)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00984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0D28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3756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71600" y="33558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/api/grade-tonnage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35584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Grade-tonnage curve — 0 to 50 g/t sweep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867912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0D28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0448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71600" y="39227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/api/export/csv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92277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ranked stopes as CSV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434840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0D2818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47141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71600" y="44897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/api/report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448970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stats JSON (ore, waste, NSV total)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5001768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2E1E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03834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371600" y="50566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/api/upload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50566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new block model CSV (multipart/form-data)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5568696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2E1E0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60527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71600" y="56235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/api/preload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56235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Pre-warm binary cache from server-side path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77240"/>
            <a:ext cx="9144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OreVista Wins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640312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743200" cy="498348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219456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788920"/>
            <a:ext cx="2377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Per-block volume from XINC×YINC×ZINC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WAG = Σ(V×D×G) / Σ(V×D) — exact spec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Non-overlapping DP — no double counting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block defaults per §4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743200" cy="498348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657600" y="2606040"/>
            <a:ext cx="219456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788920"/>
            <a:ext cx="2377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Rust/Rayon parallel: ~60 ms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NumPy vectorised: &lt;1 s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cache: instant reload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Polars: 8× faster CSV parsing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2743200" cy="498348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Usable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583680" y="2606040"/>
            <a:ext cx="219456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788920"/>
            <a:ext cx="2377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Drag-and-drop CSV upload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cutoff slider — instant re-rank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ore body visualisation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CSV export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35440" y="1371600"/>
            <a:ext cx="2743200" cy="4983480"/>
          </a:xfrm>
          <a:prstGeom prst="roundRect">
            <a:avLst>
              <a:gd name="adj" fmla="val 266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🏗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23544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509760" y="2606040"/>
            <a:ext cx="219456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0" y="2788920"/>
            <a:ext cx="2377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 + Part 2 both implemented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Grade-tonnage curve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11-parameter NSV model</a:t>
            </a:r>
            <a:endParaRPr lang="en-US" sz="1200" dirty="0"/>
          </a:p>
          <a:p>
            <a:pPr>
              <a:spcAft>
                <a:spcPts val="400"/>
              </a:spcAft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REST API with auto-docs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2801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5A623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ORE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1371600" y="24688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6EDF3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VISTA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Model → Mine Plan → Under 60 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45720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663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5029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github.com/vvina-ten/OreVista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54406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· React · Three.js · Rust/Rayon · Polars · NumPy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1920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Fully spec-compliant WAG formula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0" y="26060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XINC × YINC × ZINC volume — fixed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0" y="3291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Part 1 + Part 2 complete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39776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~60 ms Rust-accelerated pipeline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0" y="46634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Interactive 3D web interface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0" y="638251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Hanson Venture Lab Hackathon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OreVista — Hackathon 2026</dc:title>
  <dc:subject>PptxGenJS Presentation</dc:subject>
  <dc:creator>OreVista</dc:creator>
  <cp:lastModifiedBy>OreVista</cp:lastModifiedBy>
  <cp:revision>1</cp:revision>
  <dcterms:created xsi:type="dcterms:W3CDTF">2026-03-15T17:22:41Z</dcterms:created>
  <dcterms:modified xsi:type="dcterms:W3CDTF">2026-03-15T17:22:41Z</dcterms:modified>
</cp:coreProperties>
</file>